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Function Calling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LLMs the ability to take actions in the real world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Function Calling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transform an LLM from a text generator into an agent — the ability to take 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188720" cy="8686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weather?"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91640" y="1554480"/>
            <a:ext cx="1188720" cy="8686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8036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8960" y="1554480"/>
            <a:ext cx="118872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6280" y="1554480"/>
            <a:ext cx="1188720" cy="8686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1500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1554480"/>
            <a:ext cx="118872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60920" y="1554480"/>
            <a:ext cx="1188720" cy="8686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"18°C and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pydantic_function_tool()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tool definitions with strict mode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30632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306324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269748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tools=[...] parameter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pattern (not deprecated "functions")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0632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0632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"tool" role results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results with role: "tool" (not "function")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0632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30632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tool calls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 request multiple tools in one response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Function Calling — The 4-Step Cycle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exercises/02_tool_use/01_function_calling.py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Tools with Pydantic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7490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GetWeatherParams(BaseModel):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str = Field(description="City name")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unit: str = Field(default="celsius")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[openai.pydantic_function_tool(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GetWeatherParams, name="get_weather",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description="Get weather for a city")]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Send Request with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37490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764792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messages=messages,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  # NOT deprecated "functions"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returns tool_calls (not text)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 = response.choices[0]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.message.tool_calls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060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Execute Tool Locally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7490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999232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tool_call in assistant_message.tool_calls: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tool_call.function.name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 = json.loads(tool_call.function.arguments)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TOOL_FUNCTIONS[name](**args)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messages.append({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"tool",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"tool_call_id": tool_call.id,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json.dumps(result) })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060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Model Composes Final Answer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37490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2999232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Re-send with tool results appended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messages=messages,  # includes tool results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response.choices[0].message.content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"Berlin: 18°C, partly cloudy..."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886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Send → Execute → Return: You always control execution. The LLM only decides WHAT to call, never runs code.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Loop: Reason → Act → Observe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46304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46304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Call)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463040" cy="8229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14630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280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423160"/>
            <a:ext cx="146304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423160"/>
            <a:ext cx="1463040" cy="6400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(Result)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 back to Reason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Insight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LLM + Tools + Loop. The loop runs until the model decides it has enough information (finish_reason='stop') rather than requesting more tool calls. This is implemented in exercises/commons/agent.py and reused throughout the workshop.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The Explicit Agent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exercises/02_tool_use/02_tool_loop.py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— What agent.run() Encapsulates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663440" cy="2331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43891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iteration &lt; MAX_ITERATIONS: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iteration += 1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client.chat.completions.create(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model=model,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messages=messages,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tools=TOOLS,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assistant_message = response.choices[0].message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messages.append(assistant_message.model_dump())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 tool calls? We're done.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assistant_message.tool_calls: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logger.info("Final: %s", assistant_message.content)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Execute each tool call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tool_call in assistant_message.tool_calls: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 = tool_call.function.name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args = json.loads(tool_call.function.arguments)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TOOL_FUNCTIONS[name](**args)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messages.append({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"role": "tool",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"tool_call_id": tool_call.id,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"content": json.dumps(result),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371600"/>
            <a:ext cx="3200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3716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417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691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Send messages + tool defs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returns tool_calls or text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tool_calls: execute &amp; append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Loop until finish_reason=stop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MAX_ITERATIONS prevents runaway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32004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269748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2743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Pattern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017520"/>
            <a:ext cx="283464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3090672"/>
            <a:ext cx="2560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Serialize assistant reply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msg.model_dump()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result format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 "tool",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"tool_call_id": tc.id,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"content": json.dumps(result)}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explicit loop is exactly what commons/agent.py run() encapsulates — you'll use run() from Chapter 3 onward.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Tools: exercises/02_tool_use/tools/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mock tools simulating real APIs — reused across exercises 02 through 07.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weather data for 6 cities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convert_temperature()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↔ Fahrenheit conversion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search_database()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with filtering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661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get_stock_price()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for 6 tickers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508760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math expression evaluator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945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945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lookup_order()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lookup by 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8803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926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search_faq()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knowledge base 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5661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661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process_refund()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processing (always succeeds)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mock data — no external API calls needed. Focus on the patterns, not the plumbing.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2 Recap: Tools &amp; Function Calling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Pydantic models + openai.pydantic_function_tool() with strict mode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cycle: Define → Send → Execute locally → Return result with role: "tool"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(while + tool_calls check) is the foundation of every agent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commons/agent.py run() encapsulates this loop — used from Chapter 3 onward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never execute code — they decide WHAT to call, you control HOW it runs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3 — Single Agent Pattern → One agent with tools and persistent conversation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– Tools &amp; Function Calling</dc:title>
  <dc:subject>PptxGenJS Presentation</dc:subject>
  <dc:creator>AI Workshop</dc:creator>
  <cp:lastModifiedBy>AI Workshop</cp:lastModifiedBy>
  <cp:revision>1</cp:revision>
  <dcterms:created xsi:type="dcterms:W3CDTF">2026-03-12T13:52:12Z</dcterms:created>
  <dcterms:modified xsi:type="dcterms:W3CDTF">2026-03-12T13:52:12Z</dcterms:modified>
</cp:coreProperties>
</file>