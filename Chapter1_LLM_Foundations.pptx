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Patterns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Workshop with Pure Python &amp; OpenAI SDK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371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3474720"/>
            <a:ext cx="1371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3474720"/>
            <a:ext cx="1371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3474720"/>
            <a:ext cx="1371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3474720"/>
            <a:ext cx="1371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Foundations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Completions API, system prompts, structured outputs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Function Calling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148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LLMs the ability to take actions in the real world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Loop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926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 — the core of every agent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Orchestration Patterns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703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Concurrent, Group Chat, Handoff, Magentic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Considerations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480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management, reliability, human-in-the-loop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Basics &amp; Chat API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Function Calling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Pattern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977640"/>
            <a:ext cx="237744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00_setup → 03_single_agent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3474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1874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Pipeline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Fan-out/Fan-in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 &amp; Maker-Checker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3977640"/>
            <a:ext cx="237744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04_sequential → 06_group_chat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3474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1874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&amp; Routing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Magentic Planning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HITL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977640"/>
            <a:ext cx="237744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07_handoff → 08_magentic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Philosophy: Build from Scratch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building each pattern yourself, you understand exactly what frameworks do under the hood.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2011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SDK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client.chat.completions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.create()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LLM call you need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691640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Pydantic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240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&amp;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parameter schemas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691640"/>
            <a:ext cx="54864" cy="2011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stdlib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2240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dataclasses,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concurrent.futures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LangChain  ·  No LangGraph  ·  No AutoGen  ·  No CrewAI  ·  No Semantic Kernel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OpenAI  ·  Azure OpenAI  ·  GitHub Models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Commons Module: exercises/commons/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 that power every exercise — understand these first.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llm_client.py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get_client()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Returns OpenAI or AzureOpenAI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get_model()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Provider-specific default model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get_provider()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openai | azure | github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5448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dataclass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name, system_prompt, tools,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tool_functions, max_iterations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run(agent, messages, client)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Reason → Act → Observe loop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55448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utils.py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011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setup_logging()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Colored console output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log_tool_call()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log_handoff() / log_stage()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Narrates agent behavior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IS the teaching tool — every tool call, handoff, and context pass is logged so you can see the agent’s reasoning.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Foundations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Completions API · System Prompts · Structured Outputs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Chat Completions API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stateless, request-response interface. You send messages, the model returns a completion.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645920" cy="10058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0" y="1554480"/>
            <a:ext cx="1645920" cy="10058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0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1554480"/>
            <a:ext cx="1645920" cy="10058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949440" y="1554480"/>
            <a:ext cx="1645920" cy="10058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 Roles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192024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behavior, persona, constraints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3246120"/>
            <a:ext cx="192024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input — questions, 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246120"/>
            <a:ext cx="192024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6344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Model’s previous responses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3246120"/>
            <a:ext cx="19202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function calls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Exercise: Chat Completion &amp; Multi-Turn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exercises/01_llm_basics/01_chat_completion.py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Request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657600" cy="1005840"/>
          </a:xfrm>
          <a:prstGeom prst="rect">
            <a:avLst>
              <a:gd name="adj" fmla="val 454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874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[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{"role": "system", "content": SYSTEM_PROMPT},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{"role": "user",   "content": question},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model=model, messages=messages,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temperature=0.7, max_tokens=300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 = response.choices[0].message.content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1732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Multi-Turn: Append &amp; Resend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783080"/>
            <a:ext cx="3657600" cy="1005840"/>
          </a:xfrm>
          <a:prstGeom prst="rect">
            <a:avLst>
              <a:gd name="adj" fmla="val 454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1874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Append assistant reply to history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messages.append(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{"role": "assistant", "content": reply}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follow-up question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messages.append(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{"role": "user", "content": follow_up}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Send full history again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model=model, messages=messages)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is stateless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send the full message history every time — the model has no memory between calls.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controls randomness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deterministic, 0.7 = creative, 2.0 = very random. Usage stats track token consumption.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Exercise: System Prompts Shape Identity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exercises/01_llm_basics/02_system_prompts.py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2011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1: Formal Travel Advisor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657600" cy="868680"/>
          </a:xfrm>
          <a:prstGeom prst="rect">
            <a:avLst>
              <a:gd name="adj" fmla="val 5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8745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FORMAL_PROMPT = (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"You are a professional travel "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"consultant with 20 years of "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"experience. You speak formally, "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 precise language..."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"Address the user as "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"'Dear Traveler'."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Structured, formal recommendations with budget/visa details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417320"/>
            <a:ext cx="54864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2: Casual Travel Buddy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783080"/>
            <a:ext cx="3657600" cy="868680"/>
          </a:xfrm>
          <a:prstGeom prst="rect">
            <a:avLst>
              <a:gd name="adj" fmla="val 5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18745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CASUAL_PROMPT = (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"You are a fun-loving travel "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"buddy who has backpacked across "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"50+ countries. You speak "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"casually, use informal language,"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 throw in personal anecdotes..."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"Address the user as 'dude'."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Informal tips, hidden gems, personal stories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Pattern: Same query + same model + different system prompt = different agent behavior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7680960" cy="365760"/>
          </a:xfrm>
          <a:prstGeom prst="rect">
            <a:avLst>
              <a:gd name="adj" fmla="val 125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023360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persona_name, system_prompt in PERSONAS: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 = [{"role": "system", "content": system_prompt}, {"role": "user", "content": USER_QUERY}]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client.chat.completions.create(model=model, messages=messages, temperature=0.8)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Outputs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the model returns data in a specific format — not just free text.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" cy="1828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Classification &amp; routing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Entity extraction from text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Decision making with reasoning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Handoff context between agents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transformation pipelines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54480"/>
            <a:ext cx="54864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parse() + Pydantic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965960"/>
            <a:ext cx="3657600" cy="1097280"/>
          </a:xfrm>
          <a:prstGeom prst="rect">
            <a:avLst>
              <a:gd name="adj" fmla="val 41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20574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ReviewAnalysis(BaseModel):</a:t>
            </a: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sentiment: str</a:t>
            </a: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confidence: float</a:t>
            </a: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keywords: list[str]</a:t>
            </a: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</a:t>
            </a: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.parse(response_format=ReviewAnalysis)</a:t>
            </a: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= response.choices[0]</a:t>
            </a: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.message.parsed  # Pydantic obj!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611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stable API — client.chat.completions.parse() — never client.beta.*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Exercise: Structured Outputs with parse()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exercises/01_llm_basics/03_structured_outputs.py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the Schema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657600" cy="777240"/>
          </a:xfrm>
          <a:prstGeom prst="rect">
            <a:avLst>
              <a:gd name="adj" fmla="val 588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8745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ReviewAnalysis(BaseModel):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sentiment: str    # positive/negative/mixed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rating: int       # 1-5 stars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keywords: list[str]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summary: str      # One-sentence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recommended: bool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17320"/>
            <a:ext cx="54864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Call parse() with the Model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783080"/>
            <a:ext cx="3657600" cy="777240"/>
          </a:xfrm>
          <a:prstGeom prst="rect">
            <a:avLst>
              <a:gd name="adj" fmla="val 588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18745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client.chat.completions.parse(</a:t>
            </a: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</a:t>
            </a: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</a:t>
            </a: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{"role": "system", "content": PROMPT},</a:t>
            </a: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{"role": "user",   "content": review},</a:t>
            </a: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response_format=ReviewAnalysis,</a:t>
            </a: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= response.choices[0].message.parsed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63240"/>
            <a:ext cx="54864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the Typed Result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7680960" cy="64008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520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analysis is a ReviewAnalysis instance — not a dict, not a string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logger.info("Sentiment:   %s", analysis.sentiment)      # "positive"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logger.info("Rating:      %s/5", analysis.rating)        # 4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logger.info("Keywords:    %s", analysis.keywords)         # ["laptop", "backpack", "hip belt"]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logger.info("Recommended: %s", analysis.recommended)      # True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JSON parsing, no schema validation, no try/except — Pydantic handles it all.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 Recap: LLM Foundations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Completions API is stateless — you manage conversation history as a messages list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define agent identity — same model, different prompt = different behavior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with parse() give you typed Pydantic objects, not raw text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91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commons module (llm_client, agent, utils) is reused in every exercise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023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= append assistant reply + new user message, then resend the full list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Chapter 2 — Tools &amp; Function Calling → Give your LLM the ability to take actions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– LLM Foundations</dc:title>
  <dc:subject>PptxGenJS Presentation</dc:subject>
  <dc:creator>AI Workshop</dc:creator>
  <cp:lastModifiedBy>AI Workshop</cp:lastModifiedBy>
  <cp:revision>1</cp:revision>
  <dcterms:created xsi:type="dcterms:W3CDTF">2026-03-12T13:47:00Z</dcterms:created>
  <dcterms:modified xsi:type="dcterms:W3CDTF">2026-03-12T13:47:00Z</dcterms:modified>
</cp:coreProperties>
</file>