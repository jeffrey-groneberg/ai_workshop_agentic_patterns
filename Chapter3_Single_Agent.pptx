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Agent Pattern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with tools and a reasoning loop — the foundation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Agent: Customer Support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with specialized tools and a focused system prompt. Most tasks should start 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554480"/>
            <a:ext cx="3108960" cy="10972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554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01168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201168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880360"/>
            <a:ext cx="1463040" cy="4572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lookup_order()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880360"/>
            <a:ext cx="146304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search_faq()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2880360"/>
            <a:ext cx="1463040" cy="45720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process_refund()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requires reasoning + tool use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prompt covers needed expertise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support, research, data retrieval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6616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Strategy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thread — all messages (system, user, assistant, tool) in a single list that accumulates. Simple but can hit token limits on long conversations.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Customer Support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exercises/03_single_agent/01_customer_support_agent.py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572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 (using commons/agent.py)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4206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6479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name="Support Agent",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system_prompt=SYSTEM_PROMPT,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pydantic_function_tool(LookupOrderParams, ...),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pydantic_function_tool(SearchFaqParams, ...),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pydantic_function_tool(ProcessRefundParams, ...),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tool_functions={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"lookup_order": lookup_order,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"search_faq": search_faq,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"process_refund": process_refund,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37160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691640"/>
            <a:ext cx="32918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764792"/>
            <a:ext cx="30175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messages persists across turns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 list[dict] = []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customer_msg in CUSTOMER_MESSAGES: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{"role": "user",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"content": customer_msg}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run() handles the full agent loop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run(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agent, messages, client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messages grows with each turn</a:t>
            </a:r>
            <a:endParaRPr lang="en-US" sz="7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(agent's memory = the list)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3-Turn Conversation Flow — Messages List Grows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"Help with order ORD-1001"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lookup_order()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4960" y="3383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delivered, items listed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7673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"What's your return policy?"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0" y="3767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search_faq()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94960" y="3767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return policy explained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1513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41513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"I'd like a refund"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0" y="41513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4151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process_refund()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4960" y="41513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41513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approved, REF-XXXXX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" y="44348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grows: 3 msgs → ~8 msgs → ~14 msgs. All history visible to the agent at each turn.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3 Recap: Single Agent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dataclass bundles name, system_prompt, tools, and tool_functions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handles the entire Reason → Act → Observe loop internally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messages list = the agent's memory (grows with each turn)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single agent — only add complexity when one agent isn't enough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4 — Multi-Agent Orchestration → Sequential, Concurrent, Group Chat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– Single Agent Pattern</dc:title>
  <dc:subject>PptxGenJS Presentation</dc:subject>
  <dc:creator>AI Workshop</dc:creator>
  <cp:lastModifiedBy>AI Workshop</cp:lastModifiedBy>
  <cp:revision>1</cp:revision>
  <dcterms:created xsi:type="dcterms:W3CDTF">2026-03-12T13:53:38Z</dcterms:created>
  <dcterms:modified xsi:type="dcterms:W3CDTF">2026-03-12T13:53:38Z</dcterms:modified>
</cp:coreProperties>
</file>