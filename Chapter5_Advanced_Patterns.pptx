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Patterns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· Magentic · Production Considerations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Handoff: Support Triage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 agent classifies incoming requests and routes them to specialist agents.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201168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1188720"/>
            <a:ext cx="1645920" cy="5943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1188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1920240"/>
            <a:ext cx="1645920" cy="5943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2651760"/>
            <a:ext cx="1645920" cy="5943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input types need different expertise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specialists focused with lean prompts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 = classification problem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520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Context: Structured HandoffContext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handoff object (HandoffContext dataclass) passes context from triage to specialist. Contains: query, category, priority, extracted_info. Specialist does NOT see triage reasoning.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Support Triage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exercises/07_handoff/01_support_triage.py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3891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Triage: parse() for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02336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7490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TriageDecision(BaseModel):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str  # billing/technical/account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str  # low/medium/high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reasoning: str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extracted_info: dict  # order IDs, etc.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= client.chat.completions.parse(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"system", "content": TRIAGE},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"user", "content": query}],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response_format=TriageDecision,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).choices[0].message.parsed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Handoff + Routing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347472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64792"/>
            <a:ext cx="32004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HandoffContext: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customer_query: str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str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str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extracted_info: dict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Specialist gets ONLY handoff context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handoff_text = 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f"Query: {handoff.customer_query}\n"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f"Priority: {handoff.priority}\n"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f"Details: {handoff.extracted_info}")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"content": handoff_text}]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run(specialist, messages, client)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54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Has Focused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24688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lookup_order(), process_refund()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91840" y="3474720"/>
            <a:ext cx="24688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search_faq()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3474720"/>
            <a:ext cx="24688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search_faq()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Magentic: Incident Response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agent maintains a task ledger and dynamically coordinates specialist workers.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645920" cy="731520"/>
          </a:xfrm>
          <a:prstGeom prst="rect">
            <a:avLst/>
          </a:prstGeom>
          <a:solidFill>
            <a:srgbClr val="E11D4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2194560" cy="10058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 Task Ledger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1097280"/>
            <a:ext cx="1463040" cy="5486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783080"/>
            <a:ext cx="1463040" cy="5486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2468880"/>
            <a:ext cx="1463040" cy="5486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645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1554480"/>
            <a:ext cx="155448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4612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multi-step tasks with plan changes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findings may add new tasks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coordinator tracks progress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246120"/>
            <a:ext cx="54864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Context: Task Ledger + Task-Specific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get TASK-SPECIFIC context only — incident description + their specific task. The manager controls information flow and maintains the Task Ledger (shared mutable dataclass). Plan can adapt: new tasks added based on findings.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Incident Response — 4 Phases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exercises/08_magentic/01_incident_response.py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3891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Manager Creates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0233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IncidentPlan(BaseModel):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assessment: str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tasks: list[PlannedTask]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= client.chat.completions.parse(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 messages=[...],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response_format=IncidentPlan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).choices[0].message.parsed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plan.tasks: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ledger.add_task(t.description, t.assigned_to)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Workers Execute Tasks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3474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6479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task in ledger.tasks: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Worker gets ONLY task context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[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"system", "content": PROMPT},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"user", "content":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f"Incident: {INCIDENT}\n"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f"Your task: {task.description}"}]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client.chat.completions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.create(model=model, messages=msgs)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ledger.complete_task(task.id, result)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3891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06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Manager Adapts Plan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40233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953512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AdaptedPlan(BaseModel):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analysis: str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new_tasks: list[PlannedTask]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ready_for_report: bool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adaptation = client.chat.completions.parse(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..., response_format=AdaptedPlan)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adaptation.new_tasks: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adaptation.new_tasks: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ledger.add_task(t.description, ...)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937760" y="25603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56032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Final Incident Report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2880360"/>
            <a:ext cx="3474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295351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Manager synthesizes ALL findings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all_findings = "\n".join(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f"Task #{t.id} ({t.assigned_to}): "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f"{t.result}"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ledger.completed_tasks)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client.chat.completions.create(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"system", "content": REPORT},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"user", "content": findings}])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49040"/>
            <a:ext cx="54864" cy="6400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Ledger = shared mutable dataclass with tasks[], findings[], add_task(), complete_task(). The central coordination artifact.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Pattern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agent handle it?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1645920" cy="3657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ordered stages?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645920" cy="3657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sub-tasks?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1645920" cy="3657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to see each other?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926080"/>
            <a:ext cx="1645920" cy="3657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determines routing?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1645920" cy="3657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3474720" cy="411480"/>
          </a:xfrm>
          <a:prstGeom prst="rect">
            <a:avLst/>
          </a:prstGeom>
          <a:solidFill>
            <a:srgbClr val="E11D4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 (adaptive planning)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0" y="109728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83680" y="109728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Tip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Single Agent.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choosing a multi-agent pattern, ask: can I solve this with one agent that has good tools and a clear system prompt?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stop there.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Management Strategies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History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Agent, Group Chat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entire conversation list. Simple but can hit token limits.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per Stage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clean context with only previous output. Token-efficient.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Objects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typed dataclass (HandoffContext) between agents. Explicit and robust.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68880"/>
            <a:ext cx="54864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Task-Specific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curates what each worker sees — only incident context + specific task.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strategy is as important as choosing the right pattern.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&amp; Human-in-the-Loop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Guardrails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loop needs a hard limit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Backoff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671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for transient errors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4597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597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Safety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426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errors as tool results, don't crash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352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118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 both request and agent levels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4107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410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5935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results &gt; total failure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40233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51560"/>
            <a:ext cx="54864" cy="3017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irreversible actions (e.g. refunds &gt; $100)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recognizes limits, routes to human expert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agent output, provides corrections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understanding before proceeding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2412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LLM + Tools + Loop (Reason → Act → Observe)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simplest approach — don't over-engineer with multiple agents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3042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orchestration patterns cover the vast majority of multi-agent use cases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passing strategy is as important as choosing the right pattern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58444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non-negotiable — max iterations, retries, graceful degradation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22452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patterns from scratch makes you a better user of any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coding: exercises/00_setup/01_test_connection.py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46888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platform.openai.com/docs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2926080"/>
            <a:ext cx="246888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Learn Patterns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learn.microsoft.com/azure/architecture/ai-ml/guide/ai-agent-design-patterns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246888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Agents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anthropic.com/engineering/building-effective-agents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scratch. Understand the patterns. Choose any framework later.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– Advanced Patterns &amp; Production</dc:title>
  <dc:subject>PptxGenJS Presentation</dc:subject>
  <dc:creator>AI Workshop</dc:creator>
  <cp:lastModifiedBy>AI Workshop</cp:lastModifiedBy>
  <cp:revision>1</cp:revision>
  <dcterms:created xsi:type="dcterms:W3CDTF">2026-03-12T14:01:22Z</dcterms:created>
  <dcterms:modified xsi:type="dcterms:W3CDTF">2026-03-12T14:01:22Z</dcterms:modified>
</cp:coreProperties>
</file>